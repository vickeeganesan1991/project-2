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8" r:id="rId3"/>
    <p:sldId id="259" r:id="rId4"/>
    <p:sldId id="272" r:id="rId5"/>
    <p:sldId id="273" r:id="rId6"/>
    <p:sldId id="27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6726" autoAdjust="0"/>
  </p:normalViewPr>
  <p:slideViewPr>
    <p:cSldViewPr snapToGrid="0">
      <p:cViewPr varScale="1">
        <p:scale>
          <a:sx n="95" d="100"/>
          <a:sy n="95" d="100"/>
        </p:scale>
        <p:origin x="111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2DAA4E-D487-4B69-9E0C-65F4D166912F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337DA6-25A3-493A-9E74-1917ACC277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9667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C9ECE-14A0-36CA-8F9E-8D5A5BBCAE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721833-277A-4050-B9B5-4F5292943A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A2F29F-58F8-28B7-6DA4-00183DD83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A2F57-F2E4-474A-AA0D-E3CAF651514D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CB73F5-6C6E-7046-C70F-991F226A4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20C79-8909-B2F6-07CA-486E8FDF3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AEC80-5049-415E-ACB6-E33DE58CA1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25170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63185-E7E3-8957-4B1D-61D767FFE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CDE610-5B72-C60B-1B59-35FF3584A5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D00E9D-B3E1-13BE-C0FF-D27F5759F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A2F57-F2E4-474A-AA0D-E3CAF651514D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0AC514-E47A-CEC6-0A1C-4B404CF83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9C584A-E608-2A55-A76A-1AD044D23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AEC80-5049-415E-ACB6-E33DE58CA1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96339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96242-2774-C09F-EA36-356C8E910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25F6B6-D2BB-6B5F-FAA7-070D7D1A24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8D46C-C192-05B3-D630-32B3B6334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A2F57-F2E4-474A-AA0D-E3CAF651514D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4E2F2D-A7C2-454A-F164-B914C0AB9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DC20CF-D243-FA00-55C1-02CF7D353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AEC80-5049-415E-ACB6-E33DE58CA1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61495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EEFD0-ABEE-DEFC-56C1-C799AE89F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79FEDD-CF81-85EC-A90B-C4CBE82304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FA29C3-1449-52BD-3E2B-F6837FA708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AF1EE7-4F06-8215-3219-8C2E5481D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A2F57-F2E4-474A-AA0D-E3CAF651514D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4E28AF-0F9A-0359-FFA4-20ECA6388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377AA-00D5-E58C-DAB7-11F473E55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AEC80-5049-415E-ACB6-E33DE58CA1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4583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6A809-CF3A-4AF9-B3AD-4DDC8B9C4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DEACD2-9F39-CF09-CE94-17DED799CF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3A35DE-D621-1E55-ACC4-71E4AC2E42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B57B28-67DC-A291-5872-C0C1DF3349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6C9533-6A08-89C4-4E99-E3A2C78FA6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5A5566-40D0-E4EB-464C-35FB2DAA0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A2F57-F2E4-474A-AA0D-E3CAF651514D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E43FDA-A0C0-64BB-0510-C61CE64A0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1E32F3-D6D8-58C8-EDAA-87C49969B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AEC80-5049-415E-ACB6-E33DE58CA1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2644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A2E64-97D8-6EA8-59BB-AFA98B1E1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BEEA78-69B1-8396-BA1D-C5C5825FD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A2F57-F2E4-474A-AA0D-E3CAF651514D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F91FDC-0A89-366D-FDC6-43755AC72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49C11B-8CFF-42AA-A78E-43182D483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AEC80-5049-415E-ACB6-E33DE58CA1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5838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F6C874-3848-9DB3-6D7D-A7F1376A6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A2F57-F2E4-474A-AA0D-E3CAF651514D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F2E141-AA8F-5D9D-369B-7DBCB1DB6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A0879E-47EC-A776-FAB0-606A4716C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AEC80-5049-415E-ACB6-E33DE58CA1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1484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72B99-32AC-1762-B858-FBAE5D34A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B42134-CB59-FB49-7802-003BF165E2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0C6A1E-F3A7-A045-7DDD-A67013641F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2CBCB-096D-D027-B531-CA626A986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A2F57-F2E4-474A-AA0D-E3CAF651514D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995008-DE82-8E17-68E2-4A9121B9E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82B7E9-7FAD-1477-1EB5-ACCBBCCF7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AEC80-5049-415E-ACB6-E33DE58CA1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85913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0A2A8-EB4D-B180-F77E-757B7FDC1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D543FA-F108-FE3E-6E28-25B80E13FF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5638F4-F9DF-3B9E-371C-AF3E5093D1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7BAB77-4D6A-7BAC-8174-05A2DFF95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A2F57-F2E4-474A-AA0D-E3CAF651514D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92DCDD-42E1-5B49-4B6A-F7AB314DA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C40E2B-5094-0D1B-1045-68337CD3A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AEC80-5049-415E-ACB6-E33DE58CA1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2247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591FA-C0A4-066E-2342-ECE9994FA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19072D-D7D4-C60E-3B84-ACF1CEE286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2AC35A-5B3E-9A2F-0FBD-7230A0DD7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A2F57-F2E4-474A-AA0D-E3CAF651514D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09486B-BF5A-B323-9719-432C739A3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8D41CE-828F-4050-0D82-443EE5CE7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AEC80-5049-415E-ACB6-E33DE58CA1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9714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BF58FF-B55B-B7BD-89BC-97F024D7FD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EECAD9-F96B-EA49-8C72-CC28A45DFE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F4E1FC-19CA-1272-C312-7ADF16723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A2F57-F2E4-474A-AA0D-E3CAF651514D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2071F7-F5A7-8AB2-402E-A9AF801DC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84B5AE-7090-96F5-0188-3E77102C9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AEC80-5049-415E-ACB6-E33DE58CA1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5602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BAA6F3-10FA-8AB1-AD21-947CE2AB0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086BB3-8871-9763-994E-FEADA4EB0E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D45CDC-D322-0C87-949B-9F078DF93E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DA2F57-F2E4-474A-AA0D-E3CAF651514D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3749BB-2D66-62BB-47B9-A47E70DA90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4D1D74-0F73-F1F0-18D3-7A69839D04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FAEC80-5049-415E-ACB6-E33DE58CA1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5921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tkinterexamples.com/events/keyboard/" TargetMode="External"/><Relationship Id="rId2" Type="http://schemas.openxmlformats.org/officeDocument/2006/relationships/hyperlink" Target="https://www.geeksforgeeks.org/python/looping-through-buttons-in-tkinter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8D308-2FE1-E469-B9F6-2337D36119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72184"/>
            <a:ext cx="9144000" cy="2582945"/>
          </a:xfrm>
        </p:spPr>
        <p:txBody>
          <a:bodyPr>
            <a:noAutofit/>
          </a:bodyPr>
          <a:lstStyle/>
          <a:p>
            <a:r>
              <a:rPr lang="en-IN" sz="8000" dirty="0">
                <a:latin typeface="+mn-lt"/>
              </a:rPr>
              <a:t>SCIENTIFIC &amp; UNIT CALCULATOR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6E5C2E-9AA6-8B01-B8B1-3B05A1A1FB88}"/>
              </a:ext>
            </a:extLst>
          </p:cNvPr>
          <p:cNvSpPr txBox="1"/>
          <p:nvPr/>
        </p:nvSpPr>
        <p:spPr>
          <a:xfrm>
            <a:off x="9251373" y="5451088"/>
            <a:ext cx="294062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Prepared by :</a:t>
            </a:r>
          </a:p>
          <a:p>
            <a:r>
              <a:rPr lang="en-IN" sz="2800" dirty="0"/>
              <a:t>Vignesh Ganesan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8E7D416-B2D7-C059-5F43-DECCE1126B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3482" y="14107"/>
            <a:ext cx="1998518" cy="1720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2565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DBF00-3161-8918-AB51-7D674504D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584F97-C90F-BD50-2699-76C45DFFEB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Aft>
                <a:spcPts val="800"/>
              </a:spcAft>
              <a:buNone/>
              <a:defRPr sz="2000">
                <a:solidFill>
                  <a:srgbClr val="464646"/>
                </a:solidFill>
              </a:defRPr>
            </a:pPr>
            <a:r>
              <a:rPr lang="en-US" sz="2000" dirty="0">
                <a:solidFill>
                  <a:srgbClr val="464646"/>
                </a:solidFill>
              </a:rPr>
              <a:t>The project focuses on developing a Calculator Application designed to support multiple types of calculations and conversions within a single interface.</a:t>
            </a:r>
          </a:p>
          <a:p>
            <a:pPr marL="0" indent="0">
              <a:lnSpc>
                <a:spcPct val="120000"/>
              </a:lnSpc>
              <a:spcAft>
                <a:spcPts val="800"/>
              </a:spcAft>
              <a:buNone/>
              <a:defRPr sz="2000">
                <a:solidFill>
                  <a:srgbClr val="464646"/>
                </a:solidFill>
              </a:defRPr>
            </a:pPr>
            <a:r>
              <a:rPr lang="en-US" sz="2000" dirty="0"/>
              <a:t>The Calculator App includes the following key functionalities: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2000">
                <a:solidFill>
                  <a:srgbClr val="464646"/>
                </a:solidFill>
              </a:defRPr>
            </a:pPr>
            <a:r>
              <a:rPr lang="en-IN" sz="2000" dirty="0"/>
              <a:t>Scientific Calculations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2000">
                <a:solidFill>
                  <a:srgbClr val="464646"/>
                </a:solidFill>
              </a:defRPr>
            </a:pPr>
            <a:r>
              <a:rPr lang="en-IN" sz="2000" dirty="0"/>
              <a:t>Number Conversion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2000">
                <a:solidFill>
                  <a:srgbClr val="464646"/>
                </a:solidFill>
              </a:defRPr>
            </a:pPr>
            <a:r>
              <a:rPr lang="en-IN" sz="2000" dirty="0"/>
              <a:t>Unit Conversion</a:t>
            </a:r>
            <a:endParaRPr lang="en-IN" sz="2000" dirty="0">
              <a:solidFill>
                <a:srgbClr val="464646"/>
              </a:solidFill>
            </a:endParaRPr>
          </a:p>
          <a:p>
            <a:pPr marL="0" indent="0">
              <a:buNone/>
            </a:pPr>
            <a:r>
              <a:rPr lang="en-IN" dirty="0"/>
              <a:t>		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BB511B-4540-ABBF-C859-6346FC2DA6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3482" y="14107"/>
            <a:ext cx="1998518" cy="1720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8973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0332E-25FB-005F-3F8E-A03C8C7A3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Technologies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46E350-B81F-DA37-271F-D1E37C14F7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Aft>
                <a:spcPts val="800"/>
              </a:spcAft>
              <a:buNone/>
              <a:defRPr sz="2000">
                <a:solidFill>
                  <a:srgbClr val="3C3C3C"/>
                </a:solidFill>
              </a:defRPr>
            </a:pPr>
            <a:r>
              <a:rPr lang="en-IN" sz="2400" b="1" dirty="0" err="1"/>
              <a:t>Progamming</a:t>
            </a:r>
            <a:r>
              <a:rPr lang="en-IN" sz="2400" b="1" dirty="0"/>
              <a:t> Language:</a:t>
            </a:r>
          </a:p>
          <a:p>
            <a:pPr marL="614363" indent="-342900"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rPr lang="en-IN" sz="2400" dirty="0">
                <a:solidFill>
                  <a:srgbClr val="3C3C3C"/>
                </a:solidFill>
              </a:rPr>
              <a:t>Python</a:t>
            </a:r>
          </a:p>
          <a:p>
            <a:pPr marL="0" indent="0">
              <a:spcAft>
                <a:spcPts val="800"/>
              </a:spcAft>
              <a:buNone/>
              <a:defRPr sz="2000">
                <a:solidFill>
                  <a:srgbClr val="3C3C3C"/>
                </a:solidFill>
              </a:defRPr>
            </a:pPr>
            <a:r>
              <a:rPr lang="en-IN" sz="2400" b="1" dirty="0"/>
              <a:t>Libraries:</a:t>
            </a:r>
          </a:p>
          <a:p>
            <a:pPr marL="542925" indent="-271463"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rPr lang="en-IN" sz="2400" dirty="0"/>
              <a:t>Math - </a:t>
            </a:r>
            <a:r>
              <a:rPr lang="en-US" sz="2000" dirty="0"/>
              <a:t>The </a:t>
            </a:r>
            <a:r>
              <a:rPr lang="en-US" sz="2000" b="1" dirty="0"/>
              <a:t>math library in Python</a:t>
            </a:r>
            <a:r>
              <a:rPr lang="en-US" sz="2000" dirty="0"/>
              <a:t> provides access to mathematical functions like square roots, trigonometry, logarithms. It is optimized in C for high-performance numerical computations.</a:t>
            </a:r>
            <a:endParaRPr lang="en-IN" sz="2400" dirty="0"/>
          </a:p>
          <a:p>
            <a:pPr marL="542925" indent="-271463"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rPr lang="en-IN" sz="2400" dirty="0" err="1"/>
              <a:t>Tkinter</a:t>
            </a:r>
            <a:r>
              <a:rPr lang="en-IN" sz="2400" dirty="0"/>
              <a:t> - </a:t>
            </a:r>
            <a:r>
              <a:rPr lang="en-US" sz="2000" dirty="0"/>
              <a:t>The </a:t>
            </a:r>
            <a:r>
              <a:rPr lang="en-US" sz="2000" b="1" dirty="0" err="1"/>
              <a:t>Tkinter</a:t>
            </a:r>
            <a:r>
              <a:rPr lang="en-US" sz="2000" b="1" dirty="0"/>
              <a:t> library in Python</a:t>
            </a:r>
            <a:r>
              <a:rPr lang="en-US" sz="2000" dirty="0"/>
              <a:t> is a built-in module used to create graphical user interfaces (GUIs) with windows, buttons, labels, and input fields. It acts as a wrapper around the Tk GUI toolkit, making GUI development simple and platform-independent.</a:t>
            </a:r>
            <a:endParaRPr lang="en-IN" sz="2400" dirty="0"/>
          </a:p>
          <a:p>
            <a:pPr marL="271462" indent="0">
              <a:spcAft>
                <a:spcPts val="800"/>
              </a:spcAft>
              <a:buNone/>
              <a:defRPr sz="2000">
                <a:solidFill>
                  <a:srgbClr val="3C3C3C"/>
                </a:solidFill>
              </a:defRPr>
            </a:pPr>
            <a:endParaRPr lang="en-IN" sz="2400" dirty="0"/>
          </a:p>
          <a:p>
            <a:pPr marL="0" indent="0">
              <a:spcAft>
                <a:spcPts val="800"/>
              </a:spcAft>
              <a:buNone/>
              <a:defRPr sz="2000">
                <a:solidFill>
                  <a:srgbClr val="3C3C3C"/>
                </a:solidFill>
              </a:defRPr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CC93AE-7ADA-FB13-3DD2-3F6FA03AA5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3482" y="24155"/>
            <a:ext cx="1998518" cy="1720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6698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FF1B2-53CA-C5D9-2578-A12FEC8EC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1D6261-0EDD-BB93-3060-B37263C1E3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dirty="0"/>
              <a:t>Challenge 1:</a:t>
            </a:r>
          </a:p>
          <a:p>
            <a:pPr marL="0" indent="0">
              <a:buNone/>
            </a:pPr>
            <a:r>
              <a:rPr lang="en-IN" sz="1800" dirty="0"/>
              <a:t>Creating the Multiple Buttons without adding a code for each button.</a:t>
            </a:r>
          </a:p>
          <a:p>
            <a:pPr marL="0" indent="0">
              <a:buNone/>
            </a:pPr>
            <a:r>
              <a:rPr lang="en-IN" sz="1800" dirty="0"/>
              <a:t>References: </a:t>
            </a:r>
          </a:p>
          <a:p>
            <a:pPr marL="0" indent="0">
              <a:buNone/>
            </a:pPr>
            <a:r>
              <a:rPr lang="en-IN" sz="1800" dirty="0"/>
              <a:t>	</a:t>
            </a:r>
            <a:r>
              <a:rPr lang="en-IN" sz="1800" dirty="0">
                <a:hlinkClick r:id="rId2"/>
              </a:rPr>
              <a:t>https://www.geeksforgeeks.org/python/looping-through-buttons-in-tkinter/</a:t>
            </a:r>
            <a:endParaRPr lang="en-IN" sz="1800" dirty="0"/>
          </a:p>
          <a:p>
            <a:pPr marL="0" indent="0">
              <a:buNone/>
            </a:pPr>
            <a:r>
              <a:rPr lang="en-IN" sz="1800" b="1" dirty="0"/>
              <a:t>Challenge 2:</a:t>
            </a:r>
          </a:p>
          <a:p>
            <a:pPr marL="0" indent="0">
              <a:buNone/>
            </a:pPr>
            <a:r>
              <a:rPr lang="en-IN" sz="1800" dirty="0"/>
              <a:t>Adding the functionalities that user pressing the keys in the </a:t>
            </a:r>
            <a:r>
              <a:rPr lang="en-IN" sz="1800" dirty="0" err="1"/>
              <a:t>NumPad</a:t>
            </a:r>
            <a:r>
              <a:rPr lang="en-IN" sz="1800" dirty="0"/>
              <a:t>.</a:t>
            </a:r>
          </a:p>
          <a:p>
            <a:pPr marL="0" indent="0">
              <a:buNone/>
            </a:pPr>
            <a:r>
              <a:rPr lang="en-IN" sz="1800" dirty="0"/>
              <a:t>References: </a:t>
            </a:r>
          </a:p>
          <a:p>
            <a:pPr marL="0" indent="0">
              <a:buNone/>
            </a:pPr>
            <a:r>
              <a:rPr lang="en-IN" sz="1800" b="1" dirty="0"/>
              <a:t>	</a:t>
            </a:r>
            <a:r>
              <a:rPr lang="en-IN" sz="1800" b="1" dirty="0">
                <a:hlinkClick r:id="rId3"/>
              </a:rPr>
              <a:t>https://tkinterexamples.com/events/keyboard/</a:t>
            </a:r>
            <a:endParaRPr lang="en-IN" sz="1800" b="1" dirty="0"/>
          </a:p>
          <a:p>
            <a:pPr marL="0" indent="0">
              <a:buNone/>
            </a:pPr>
            <a:endParaRPr lang="en-IN" sz="1800" b="1" dirty="0"/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endParaRPr lang="en-IN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DFCA7E-0AE8-BEF9-4F24-B5A764901B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3482" y="14107"/>
            <a:ext cx="1998518" cy="1720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866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4FAC0-8684-E74C-82AC-4A59EF39E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0871"/>
            <a:ext cx="10515600" cy="904352"/>
          </a:xfrm>
        </p:spPr>
        <p:txBody>
          <a:bodyPr/>
          <a:lstStyle/>
          <a:p>
            <a:r>
              <a:rPr lang="en-IN" dirty="0"/>
              <a:t>Screenshot: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448C051-2319-68CD-E39C-34AA82A986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7783" y="984738"/>
            <a:ext cx="7106217" cy="56927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A274EB8-D3DE-1EFB-E31F-0275658821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3482" y="14107"/>
            <a:ext cx="1998518" cy="1720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2879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098D8-0D47-E5E3-5444-52F812A49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91352"/>
            <a:ext cx="10515600" cy="1325563"/>
          </a:xfrm>
        </p:spPr>
        <p:txBody>
          <a:bodyPr/>
          <a:lstStyle/>
          <a:p>
            <a:pPr algn="ctr"/>
            <a:r>
              <a:rPr lang="en-IN" dirty="0"/>
              <a:t>THANK YOU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581C5F2-7E08-D781-2486-5A3DCEA9B1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3482" y="24155"/>
            <a:ext cx="1998518" cy="1720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718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2959</TotalTime>
  <Words>198</Words>
  <Application>Microsoft Office PowerPoint</Application>
  <PresentationFormat>Widescreen</PresentationFormat>
  <Paragraphs>28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SCIENTIFIC &amp; UNIT CALCULATOR</vt:lpstr>
      <vt:lpstr>Introduction</vt:lpstr>
      <vt:lpstr>Technologies</vt:lpstr>
      <vt:lpstr>Challenges</vt:lpstr>
      <vt:lpstr>Screenshot: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Vignesh Ganesan</dc:creator>
  <cp:lastModifiedBy>Vignesh Ganesan</cp:lastModifiedBy>
  <cp:revision>45</cp:revision>
  <dcterms:created xsi:type="dcterms:W3CDTF">2025-10-21T06:52:12Z</dcterms:created>
  <dcterms:modified xsi:type="dcterms:W3CDTF">2025-11-25T08:15:23Z</dcterms:modified>
</cp:coreProperties>
</file>